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de despliegue. Cómo se configura la infraestructura con Docker Compose para desarrollo local y CI/CD con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levanta 3 servicios de infraestructura. La API de .NET corre fuera de Docker en desarrollo local y se conecta a estos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variables de entorno siguen el principio 12-Factor App: configuración externalizada del código. En producción se inyectan desde el orquestador.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tiene 6 pasos. Corre en cada push al branch develop y en cada Pull Request. Garantiza que el código siempre compila y los tests pasan.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desarrollo local: Docker corre la infraestructura (DB, Redis, RabbitMQ) y .NET corre el proceso de la API con sus background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despliegue está preparado para desarrollo local con Docker Compose. CI/CD con GitHub Actions garantiza integración continua en el branch develop.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y Despliegue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Docker &amp; CI/CD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• GitHub Actions • Entornos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Infraestructura Local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docker-compose.yml: 3 servicios de infraestructura + red compartida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336791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444752"/>
            <a:ext cx="2788920" cy="914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1887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principal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16276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postgres:15-alpine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9019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10312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5432:5432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57860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POSTGRES_DB=gamification_db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488" y="276148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POSTGRES_USER=gamification_user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5488" y="294436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POSTGRES_PASSWORD=Segura123!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4526280"/>
            <a:ext cx="2606040" cy="256032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54456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postgres_data:/var/lib/postgresql/data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109728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97280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1444752"/>
            <a:ext cx="2788920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1887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rankings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10128" y="1627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04488" y="16276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redis:7-alpine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19019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01568" y="210312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6379:6379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1012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01568" y="257860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(sin variables de entorno)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91840" y="4526280"/>
            <a:ext cx="2606040" cy="256032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54456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redis_data:/data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26480" y="109728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097280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FF66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1444752"/>
            <a:ext cx="27889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rabbitmq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89520" y="11887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 mensajes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1627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30568" y="16276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rabbitmq:3.12-management-alpine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19019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27648" y="210312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5672:5672 (AMQP)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27648" y="230428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15672:15672 (Management UI)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27648" y="277977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RABBITMQ_DEFAULT_USER=guest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27648" y="29626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RABBITMQ_DEFAULT_PASS=guest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217920" y="4526280"/>
            <a:ext cx="2606040" cy="256032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454456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rabbitmq_data:/var/lib/rabbitmq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4709160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72744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compartida: gamification-net (bridge) — todos los servicios se comunican por nombre de servicio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— .env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externalizada según el principio 12-Factor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336791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097280"/>
            <a:ext cx="91440" cy="109728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9728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18872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216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POSTGRES_CONNECTION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0" y="1216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Host=localhost;Port=5432;Database=gamification_db;Username=gamification_user;Password=Segura123!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490472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5179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POSTGRES_HOST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517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83080" y="1792224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1819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POSTGRES_PORT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1819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83080" y="2093976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21214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POSTGRES_DB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gamification_db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2395728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24231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POSTGRES_USER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gamification_user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83080" y="269748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2724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POSTGRES_PASSWORD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0" y="2724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Segura123!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33172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3317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F66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554480" y="2331720"/>
            <a:ext cx="91440" cy="10972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3317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RabbitMQ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83080" y="242316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0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RABBITMQ_HOST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0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(por defecto)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783080" y="2724912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0" y="27523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RABBITMQ_USER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0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783080" y="3026664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RABBITMQ_PASS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0" y="3054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56616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5661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CC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554480" y="3566160"/>
            <a:ext cx="91440" cy="10972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5661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783080" y="365760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45" name="Text 43"/>
          <p:cNvSpPr/>
          <p:nvPr/>
        </p:nvSpPr>
        <p:spPr>
          <a:xfrm>
            <a:off x="1828800" y="3685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Redis:ConnectionString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0" y="3685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783080" y="3959352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EAF4FB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0" y="39867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por defecto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0" y="3986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6379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773168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7914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 y appsettings.Development.json sobreescriben valores por entorno. En producción se usan variables de entorno del host.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GitHub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.github/workflows/ci-develop.yml — Pipeline de integración continua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25880" cy="2560320"/>
          </a:xfrm>
          <a:prstGeom prst="roundRect">
            <a:avLst>
              <a:gd name="adj" fmla="val 6897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960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8013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branch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/ PR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24688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188720"/>
            <a:ext cx="1325880" cy="2560320"/>
          </a:xfrm>
          <a:prstGeom prst="roundRect">
            <a:avLst>
              <a:gd name="adj" fmla="val 689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0515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1325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74520" y="1737360"/>
            <a:ext cx="960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64792" y="18013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actions/checkout@v4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24688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188720"/>
            <a:ext cx="1325880" cy="2560320"/>
          </a:xfrm>
          <a:prstGeom prst="roundRect">
            <a:avLst>
              <a:gd name="adj" fmla="val 689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10515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1325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.NET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1737360"/>
            <a:ext cx="960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18013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actions/setup-dotnet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SDK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24688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188720"/>
            <a:ext cx="1325880" cy="2560320"/>
          </a:xfrm>
          <a:prstGeom prst="roundRect">
            <a:avLst>
              <a:gd name="adj" fmla="val 689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0515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1325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737360"/>
            <a:ext cx="960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18013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restore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packages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24688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1188720"/>
            <a:ext cx="1325880" cy="2560320"/>
          </a:xfrm>
          <a:prstGeom prst="roundRect">
            <a:avLst>
              <a:gd name="adj" fmla="val 689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0" y="10515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26480" y="1325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1737360"/>
            <a:ext cx="960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18013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--no-restore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06640" y="24688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1188720"/>
            <a:ext cx="1325880" cy="2560320"/>
          </a:xfrm>
          <a:prstGeom prst="roundRect">
            <a:avLst>
              <a:gd name="adj" fmla="val 6897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955280" y="10515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552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589520" y="1325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26680" y="1737360"/>
            <a:ext cx="960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18013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--no-build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3931920"/>
            <a:ext cx="8686800" cy="960120"/>
          </a:xfrm>
          <a:prstGeom prst="roundRect">
            <a:avLst>
              <a:gd name="adj" fmla="val 9524"/>
            </a:avLst>
          </a:prstGeom>
          <a:solidFill>
            <a:srgbClr val="EAF4FB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977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del Pipeline: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3 proyectos de test corren: Domain.Tests (unit), Application.Tests (unit con Moq), Integration.Tests (E2E)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build falla si cualquier test falla — garantiza que PR no rompa la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tests de integración prueban el flujo completo: RabbitMQ → AssignPoints → PostgreSQL (GamificationE2ETests)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de ejecución en ambiente de desarrollo local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051560"/>
            <a:ext cx="8869680" cy="3794760"/>
          </a:xfrm>
          <a:prstGeom prst="roundRect">
            <a:avLst>
              <a:gd name="adj" fmla="val 361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del Desarrollador / CI Server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EAF4F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(docker-compose up)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[Container] postgres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gamification-net (bridge)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[Container] redis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:6379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9900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gamification-net (bridge)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[Container] rabbitmq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:5672 / :15672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9044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gamification-net (bridge)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4447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[.NET Process]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run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20116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(HTTP :5000/5001)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3560" y="260604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RabbitMqConsumer (BG)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320040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OutboxWorker + RankingJob (BG)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029968"/>
            <a:ext cx="4572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944368"/>
            <a:ext cx="4572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3858768"/>
            <a:ext cx="45720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3794760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5623560" y="3794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localhost:5000/swagger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Contenedores y Despliegue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18872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124712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servicios: PostgreSQL 15, Redis 7, RabbitMQ 3.12. Misma red (gamification-net). Volúmenes persistentes.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84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de Entorno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205740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993392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externalizada en .env. appsettings.json por entorno (Development / Production). 12-Factor App.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85292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92608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862072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6 pasos (checkout → setup → restore → build → test). Corre en push y PR al branch develop.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216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Local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37947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730752"/>
            <a:ext cx="6263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levanta infra. dotnet run lanza API + 3 Background Services en el mismo proceso. Swagger en :5000/swagger.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Contenedores y Despliegue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Contenedores y Despliegue</dc:title>
  <dc:subject>PptxGenJS Presentation</dc:subject>
  <dc:creator>PptxGenJS</dc:creator>
  <cp:lastModifiedBy>PptxGenJS</cp:lastModifiedBy>
  <cp:revision>1</cp:revision>
  <dcterms:created xsi:type="dcterms:W3CDTF">2026-06-13T00:41:38Z</dcterms:created>
  <dcterms:modified xsi:type="dcterms:W3CDTF">2026-06-13T00:41:38Z</dcterms:modified>
</cp:coreProperties>
</file>