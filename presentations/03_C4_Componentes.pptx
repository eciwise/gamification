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Nivel 3 del modelo C4: los componentes internos del API Container. Muestra las capas de la arquitectura hexagonal.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más importante: las dependencias van hacia adentro. Domain no conoce Application, Application no conoce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Domain tiene 6 tipos de componentes. UserGamification es el aggregate root principal. Los Ports son interfaces que Infrastructure implementará.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CQRS divide operaciones en Commands (escriben estado) y Queries (solo leen). MediatR enruta cada uno a su handler. Esto permite escalar de forma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Infrastructure implementa todos los Ports definidos en Domain. Nunca al revés: Domain nunca referencia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principio de inversión de dependencias: Domain define los contratos (Ports), Infrastructure los implementa (Adapters). Registrados en DI de Program.cs.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proyectos .NET representan las 4 capas. Cada capa tiene componentes bien definidos con responsabilidades claras.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C4 — Nivel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de Gamificación | EciWise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— Puertos y Adaptadores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— 4 Capas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 por capas concéntricas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52144"/>
            <a:ext cx="32662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Gamification.Domain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618865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Aggregates, Entities, Value Objects, Domain Events, Ports (interfaces de repositorio)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06794" y="1261872"/>
            <a:ext cx="18909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externas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1929384"/>
            <a:ext cx="29187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Gamification.Application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203704"/>
            <a:ext cx="55302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Queries, Handlers (MediatR). Orquesta el dominio sin conocer infraestructura.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69050" y="2039112"/>
            <a:ext cx="16898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Depende: Domain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188720" y="2651760"/>
            <a:ext cx="6766560" cy="713232"/>
          </a:xfrm>
          <a:prstGeom prst="roundRect">
            <a:avLst>
              <a:gd name="adj" fmla="val 1282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98448" y="2706624"/>
            <a:ext cx="25712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Gamification.Infrastructure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980944"/>
            <a:ext cx="48719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(EF Core), Cache (Redis), Messaging (RabbitMQ). Implementa los ports del dominio.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31306" y="2816352"/>
            <a:ext cx="148864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Depende: Domain, Application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0" y="3429000"/>
            <a:ext cx="5852160" cy="713232"/>
          </a:xfrm>
          <a:prstGeom prst="roundRect">
            <a:avLst>
              <a:gd name="adj" fmla="val 1282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55648" y="3483864"/>
            <a:ext cx="22238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Gamification.Api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55648" y="3758184"/>
            <a:ext cx="42135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Program.cs, Background Services. Punto de entrada HTTP y configuración de DI.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93562" y="3593592"/>
            <a:ext cx="12874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Depende: todas las capas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2519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EAF4F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dependencia: Las capas internas NO conocen las capas externas. El Domain nunca referencia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Gamification.Domain — Componentes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del negocio: sin dependencias externas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353312"/>
            <a:ext cx="269748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52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AggregateRoot (base)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 ← raíz principal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AchievementDefinition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90672" y="10972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1097280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0672" y="1353312"/>
            <a:ext cx="26974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152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82112" y="1499616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(base)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PointTransaction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LevelDefinition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UserAchievement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UserLevelHistory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WeeklyActivity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GamificationRule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RankingEntry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25312" y="10972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25312" y="1097280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925312" y="1353312"/>
            <a:ext cx="269748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11521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1499616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ValueObject (base)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UserId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ReputationScore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UserActionStat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AchievementContext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CriteriaConfig, DateRange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SubjectCode, EventDescription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IdempotencyKey, UserRankingData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299008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990088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032" y="3246120"/>
            <a:ext cx="26974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044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392424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DomainEvent (base)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PointsAddedEvent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AchievementUnlockedEvent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LevelUpEvent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LowRatingAlertEvent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90672" y="299008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90672" y="2990088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3090672" y="3246120"/>
            <a:ext cx="26974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3182112" y="3044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82112" y="3392424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GamificationDomainService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IAchievementStrategy (port)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IAchievementStrategyFactory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AchievementStrategies (4 impl.)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25312" y="2990088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5312" y="2990088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6D2E46"/>
          </a:solidFill>
          <a:ln/>
        </p:spPr>
      </p:sp>
      <p:sp>
        <p:nvSpPr>
          <p:cNvPr id="32" name="Shape 30"/>
          <p:cNvSpPr/>
          <p:nvPr/>
        </p:nvSpPr>
        <p:spPr>
          <a:xfrm>
            <a:off x="5925312" y="3246120"/>
            <a:ext cx="2697480" cy="914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6016752" y="3044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(Repos)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16752" y="3392424"/>
            <a:ext cx="2514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IUserGamificationRepository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IAchievementDefinitionRepository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IGamificationRuleRepository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IRankingRepository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IWeeklyActivityRepository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Gamification.Application — CQRS con MediatR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 Commands y Queries separados por intención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EAF4F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41148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71600"/>
            <a:ext cx="420624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— Escriben Estado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550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AssignPointsCommand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16550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IRequest&lt;bool&gt;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userId: Guid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points: 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actionType: ActionType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sourceEventId: Guid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Handler: AssignPointsCommandHandler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GetByUserId → AddPoints → SaveAsync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154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09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UnlockAchievementCommand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2095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IRequest&lt;bool&gt;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502152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66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userId: Guid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achievementId: Guid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AchievementContext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39959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Handler: (Handler registrado)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Unlock Achievement en Aggregate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EAF4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1097280"/>
            <a:ext cx="4206240" cy="41148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371600"/>
            <a:ext cx="420624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— Solo Leen Estado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600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16550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GetUserRankingQuery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874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IRequest&lt;UserRankingDto?&gt;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2103120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67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Handler: RankingQueryHandlers  |  → GetCurrentAsync → GetUserPosition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26060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26609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GetUserAchievementsQuery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880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IRequest&lt;List&lt;Achievement&gt;&gt;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92040" y="3108960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172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Handler: RankingQueryHandlers  |  → Query UserAchievements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36118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36667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GetTopRankingQuery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886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IRequest&lt;List&lt;RankingEntry&gt;&gt;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92040" y="4114800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78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Handler: RankingQueryHandlers  |  → Cache → DB fallback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Gamification.Infrastructure — Adaptadores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concretas de los Ports del Domain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336791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353312"/>
            <a:ext cx="4206240" cy="9144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/ Repositories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Implementan interfaces del Domain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499616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AppDbContext: DbContext EF Core con 12 DbSets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UserGamificationRepository → IUserGamificationRepository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AchievementDefinitionRepository → IAchievementDefinitionRepository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GamificationRuleRepository → IGamificationRuleRepository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RankingRepository → IRankingRepository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FF66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353312"/>
            <a:ext cx="4206240" cy="914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1143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+ Producer desacoplados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37760" y="1499616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RabbitMqConsumer: BackgroundService, escucha gamification_events_queue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Deserializa LessonCompleted → AssignPointsCommand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Verifica idempotencia en processed_events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RabbitMqProducer: IRabbitMqProducer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Serializa y publica a exchange/queue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0896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CC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3364992"/>
            <a:ext cx="4206240" cy="91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pattern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65760" y="3511296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RedisRankingCache → IRankingCache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GetTopRankingsAsync(type, subjectCode)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SetTopRankingsAsync(type, subjectCode, data)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InvalidateRankingAsync(type, subjectCode)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ranking:{type}[:{subjectCode}], TTL: 10min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310896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0896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364992"/>
            <a:ext cx="4206240" cy="91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Outbox + Ranking periódico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37760" y="3511296"/>
            <a:ext cx="40050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OutboxWorker: BackgroundService (cada 5s)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Lee outbox sin ProcessedAt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Publica via RabbitMqProducer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Marca ProcessedAt, reintento ≤5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RankingJob: BackgroundService (cada 24h)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Recalcula Top 100, invalida Redis cache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y Adaptadores — Hexagonal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define interfaces (Ports); Infrastructure las implementa (Adapters)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(Interface — Domain)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(Implementation — Infrastructure)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27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IUserGamificationRepository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66160" y="175564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645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62763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6276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PostgreSQL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577840" y="1554480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6276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UserGamificationRepository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02996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IAchievementDefinitionRepository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2231136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1214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210312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PostgreSQL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577840" y="202996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2103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AchievementDefinitionRepository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05456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5786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IGamificationRuleRepository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66160" y="2706624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5968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51960" y="2578608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25786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PostgreSQL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577840" y="2505456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0" y="25786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GamificationRuleRepository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980944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0540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IRankingRepository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66160" y="3182112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307238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51960" y="3054096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4251960" y="3054096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PostgreSQL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77840" y="2980944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69280" y="30540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RankingRepository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456432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5295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IRankingCache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66160" y="3657600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35478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51960" y="3529584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46" name="Text 44"/>
          <p:cNvSpPr/>
          <p:nvPr/>
        </p:nvSpPr>
        <p:spPr>
          <a:xfrm>
            <a:off x="4251960" y="352958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StackExchange.Redis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577840" y="3456432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669280" y="35295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RedisRankingCache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931920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4005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IRabbitMqProducer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566160" y="413308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4023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251960" y="400507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54" name="Text 52"/>
          <p:cNvSpPr/>
          <p:nvPr/>
        </p:nvSpPr>
        <p:spPr>
          <a:xfrm>
            <a:off x="4251960" y="400507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RabbitMQ.Client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577840" y="3931920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669280" y="4005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RabbitMqProducer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74320" y="440740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EAF4FB"/>
          </a:solidFill>
          <a:ln/>
        </p:spPr>
      </p:sp>
      <p:sp>
        <p:nvSpPr>
          <p:cNvPr id="58" name="Text 56"/>
          <p:cNvSpPr/>
          <p:nvPr/>
        </p:nvSpPr>
        <p:spPr>
          <a:xfrm>
            <a:off x="365760" y="4480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IAchievementStrategy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566160" y="4608576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44988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251960" y="4480560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/>
        </p:spPr>
      </p:sp>
      <p:sp>
        <p:nvSpPr>
          <p:cNvPr id="62" name="Text 60"/>
          <p:cNvSpPr/>
          <p:nvPr/>
        </p:nvSpPr>
        <p:spPr>
          <a:xfrm>
            <a:off x="4251960" y="44805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 (Domain)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577840" y="4407408"/>
            <a:ext cx="32918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669280" y="4480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First/Active/Outstanding/MentorStrategy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— Componentes C4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83080" y="118872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12471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tipos de componentes: Aggregates, Entities, Value Objects, Events, Domain Services, Ports (interfaces)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8424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205740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99339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con MediatR: 2 Commands + 3 Queries + Handlers correspondientes para cada caso de uso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5292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83080" y="292608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8620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Adapters: Repositories (EF Core), Cache (Redis), Messaging (RabbitMQ), Background Workers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2160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83080" y="3794760"/>
            <a:ext cx="0" cy="4572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73075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Controllers REST + DI Configuration (Program.cs) + Swagger + Inicialización de base de datos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 — Diagrama de Componentes C4 (Nivel 3)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C4 - Diagrama de Componentes</dc:title>
  <dc:subject>PptxGenJS Presentation</dc:subject>
  <dc:creator>PptxGenJS</dc:creator>
  <cp:lastModifiedBy>PptxGenJS</cp:lastModifiedBy>
  <cp:revision>1</cp:revision>
  <dcterms:created xsi:type="dcterms:W3CDTF">2026-06-13T00:41:37Z</dcterms:created>
  <dcterms:modified xsi:type="dcterms:W3CDTF">2026-06-13T00:41:37Z</dcterms:modified>
</cp:coreProperties>
</file>